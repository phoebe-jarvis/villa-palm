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4667"/>
    <a:srgbClr val="AECD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12"/>
  </p:normalViewPr>
  <p:slideViewPr>
    <p:cSldViewPr snapToGrid="0">
      <p:cViewPr varScale="1">
        <p:scale>
          <a:sx n="88" d="100"/>
          <a:sy n="88" d="100"/>
        </p:scale>
        <p:origin x="17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A92A9-9F01-BC3B-094A-DA141B7E80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726E9-2F61-F6E2-8540-DECCD9C84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A6D05-7321-706A-9B0E-5A04E46BB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BFE48-9D13-DCEE-08AF-69B1E74AC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45BE5-5EA6-449A-F329-6BBCE6D06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806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FF29B-9C7E-D216-022D-AE39E866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C7C64-8A5C-3EBE-F871-85D1E3032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85A07-B3C6-CA21-27BB-E26D7C87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D5490-C8BE-190B-66B6-66B5CFEDA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CEE4-F0F6-9136-2C26-79C6E3E85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096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446-FF03-0A1B-8201-A6178CFB0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55714-3698-329B-F217-1AD4F7D8F7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E65CA-28CB-2FA1-4D2E-3AD489A3A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F47878-DD8E-68A6-70C9-DBC9D57BD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04E30-8316-13BC-2575-B7498FDB8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432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DED6-6621-FFCA-0927-E794CB29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B27AD-8A72-0D04-B902-DDC3091B83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C17E2-1CC6-E2A6-681B-4F1FF91A2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E9D3F-0FC1-8D79-738F-5D4A1EDC4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ABA05E-64CC-DBC2-DA8F-D4509D325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9863F2-E804-D33C-3F19-6FF7F53A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9052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F05C1-8B36-833E-3748-C6D0EC94F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50EBB7-5082-91B1-66B8-D67A61CB57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F1D5D9-CFB5-0C9B-C0D4-42030635DD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C4B64F-7373-7C54-29D5-807CEFA0A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515C92-CA5E-EDDC-24A9-C5E3A96BE2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246E85-88FE-2468-3319-95C7A700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28EFF7-F265-E42E-4134-090753B1C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C3D94-79F6-1015-E140-D36169791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40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DF3CC-505B-5A36-41B1-ACB42EE96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2CCBA-5FCA-AF4E-EE91-35109DD12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85EE5-379B-C6C4-7209-96E03884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3B2531-8B3D-85EC-0E5B-818E7FA63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35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3A5D78-DA9B-802D-2441-5FE919FAF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45C091-4F90-F43C-7C90-7A2FFC9F1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8FD55-6091-1314-9FE6-6022F61CA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24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EE873-25C0-EBA9-CEA8-981EE39E3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15A1E-F7F6-F0CA-773D-0F63A9DC9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49B0D-9B98-9D7D-5B08-336DD7F53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0E094E-F9E6-7834-95DC-43687BE71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8B38A-D163-6BAF-2D3D-3F5CB3CB4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81C86-0F9C-129E-9283-75ED83F1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28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54DA9-9405-B302-7A9D-3784A9EFD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446590-A9C9-A128-FA17-2E5E73547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48359C-EAA5-6DAB-2CE6-BB9A31785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9E571F-EC7C-4CE4-2273-501BC4CB4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0B54C-43DD-A28C-487E-F0C9304BF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04C787-AF12-B0E1-E42B-9B9A65933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960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0B8C6-5F36-C395-9B80-19571EB0A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E1444B-1BEF-673F-B8CE-B714F3D56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2FBB3-3C7A-F376-EAEA-D76983A7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1D131-B6D7-8021-3492-952A82B61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D06F2-9441-C92F-D45D-EAC48DA1A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06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893AC1-A634-1EA6-8E24-2D1524ED99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36F4DF-A38C-D049-0A68-3705E6D480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195060-E035-EA66-78D4-92E43416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78859-8D0E-0D2E-8660-93E98CA85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89AA5-68CF-2604-57C3-ED8CC59D6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744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B9226F-0DF1-D441-148D-295AEBC7A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50E4A-7161-2998-D13E-F956E916ED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008BD-DB6D-BB3E-1C80-37CBD029FD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F3301-E6DF-5149-BF59-3D0719A4A133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505C04-BDEB-1670-8A88-4596DD129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EE2F5-3FF3-51DA-F494-ADF5B6E3C4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07E58-301D-F641-96A5-98BF1EECD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86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64E7648-7210-BC6B-685E-CCE857DE1FE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567543" y="2422826"/>
            <a:ext cx="2100943" cy="210094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5E5D13-A4B1-5BD2-45CB-E0AAB714BB2F}"/>
              </a:ext>
            </a:extLst>
          </p:cNvPr>
          <p:cNvSpPr txBox="1"/>
          <p:nvPr/>
        </p:nvSpPr>
        <p:spPr>
          <a:xfrm>
            <a:off x="3193142" y="3007478"/>
            <a:ext cx="62701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spc="-300" dirty="0">
                <a:solidFill>
                  <a:srgbClr val="124667"/>
                </a:solidFill>
                <a:latin typeface="Lora" pitchFamily="2" charset="77"/>
              </a:rPr>
              <a:t>Villa Palm</a:t>
            </a:r>
          </a:p>
        </p:txBody>
      </p:sp>
    </p:spTree>
    <p:extLst>
      <p:ext uri="{BB962C8B-B14F-4D97-AF65-F5344CB8AC3E}">
        <p14:creationId xmlns:p14="http://schemas.microsoft.com/office/powerpoint/2010/main" val="2445279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E428EE10-1BB6-9AA0-AF61-90C3DC63ED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38515" y="2422826"/>
            <a:ext cx="2100943" cy="21009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5E17E8-BD84-FB2E-7183-79563E8D4BB3}"/>
              </a:ext>
            </a:extLst>
          </p:cNvPr>
          <p:cNvSpPr txBox="1"/>
          <p:nvPr/>
        </p:nvSpPr>
        <p:spPr>
          <a:xfrm>
            <a:off x="3251198" y="3007478"/>
            <a:ext cx="62701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spc="-300" dirty="0">
                <a:solidFill>
                  <a:schemeClr val="bg1"/>
                </a:solidFill>
                <a:latin typeface="Lora" pitchFamily="2" charset="77"/>
              </a:rPr>
              <a:t>Villa Palm</a:t>
            </a:r>
          </a:p>
        </p:txBody>
      </p:sp>
    </p:spTree>
    <p:extLst>
      <p:ext uri="{BB962C8B-B14F-4D97-AF65-F5344CB8AC3E}">
        <p14:creationId xmlns:p14="http://schemas.microsoft.com/office/powerpoint/2010/main" val="1523803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Lora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Phoebe Jarvis</dc:creator>
  <cp:lastModifiedBy>Phoebe Jarvis</cp:lastModifiedBy>
  <cp:revision>1</cp:revision>
  <dcterms:created xsi:type="dcterms:W3CDTF">2026-06-06T12:00:16Z</dcterms:created>
  <dcterms:modified xsi:type="dcterms:W3CDTF">2026-06-06T13:11:24Z</dcterms:modified>
</cp:coreProperties>
</file>