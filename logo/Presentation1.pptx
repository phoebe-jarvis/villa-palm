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4667"/>
    <a:srgbClr val="AEC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2"/>
  </p:normalViewPr>
  <p:slideViewPr>
    <p:cSldViewPr snapToGrid="0">
      <p:cViewPr varScale="1">
        <p:scale>
          <a:sx n="88" d="100"/>
          <a:sy n="88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92A9-9F01-BC3B-094A-DA141B7E8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726E9-2F61-F6E2-8540-DECCD9C84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A6D05-7321-706A-9B0E-5A04E46B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BFE48-9D13-DCEE-08AF-69B1E74A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45BE5-5EA6-449A-F329-6BBCE6D0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F29B-9C7E-D216-022D-AE39E866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C7C64-8A5C-3EBE-F871-85D1E3032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85A07-B3C6-CA21-27BB-E26D7C87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D5490-C8BE-190B-66B6-66B5CFED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CEE4-F0F6-9136-2C26-79C6E3E8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9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7446-FF03-0A1B-8201-A6178CFB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55714-3698-329B-F217-1AD4F7D8F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E65CA-28CB-2FA1-4D2E-3AD489A3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47878-DD8E-68A6-70C9-DBC9D57B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04E30-8316-13BC-2575-B7498FDB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3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DED6-6621-FFCA-0927-E794CB29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27AD-8A72-0D04-B902-DDC3091B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C17E2-1CC6-E2A6-681B-4F1FF91A2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E9D3F-0FC1-8D79-738F-5D4A1EDC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BA05E-64CC-DBC2-DA8F-D4509D32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863F2-E804-D33C-3F19-6FF7F53A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0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05C1-8B36-833E-3748-C6D0EC94F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0EBB7-5082-91B1-66B8-D67A61CB5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1D5D9-CFB5-0C9B-C0D4-42030635D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4B64F-7373-7C54-29D5-807CEFA0A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15C92-CA5E-EDDC-24A9-C5E3A96BE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46E85-88FE-2468-3319-95C7A700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8EFF7-F265-E42E-4134-090753B1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C3D94-79F6-1015-E140-D3616979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4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F3CC-505B-5A36-41B1-ACB42EE9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2CCBA-5FCA-AF4E-EE91-35109DD1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85EE5-379B-C6C4-7209-96E03884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B2531-8B3D-85EC-0E5B-818E7FA6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5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A5D78-DA9B-802D-2441-5FE919FA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5C091-4F90-F43C-7C90-7A2FFC9F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8FD55-6091-1314-9FE6-6022F61C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4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E873-25C0-EBA9-CEA8-981EE39E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15A1E-F7F6-F0CA-773D-0F63A9DC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49B0D-9B98-9D7D-5B08-336DD7F53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E094E-F9E6-7834-95DC-43687BE7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8B38A-D163-6BAF-2D3D-3F5CB3CB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81C86-0F9C-129E-9283-75ED83F1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2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4DA9-9405-B302-7A9D-3784A9EF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46590-A9C9-A128-FA17-2E5E73547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8359C-EAA5-6DAB-2CE6-BB9A31785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E571F-EC7C-4CE4-2273-501BC4CB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0B54C-43DD-A28C-487E-F0C9304B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4C787-AF12-B0E1-E42B-9B9A6593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6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B8C6-5F36-C395-9B80-19571EB0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1444B-1BEF-673F-B8CE-B714F3D56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2FBB3-3C7A-F376-EAEA-D76983A7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D131-B6D7-8021-3492-952A82B6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D06F2-9441-C92F-D45D-EAC48DA1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93AC1-A634-1EA6-8E24-2D1524ED9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6F4DF-A38C-D049-0A68-3705E6D48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5060-E035-EA66-78D4-92E43416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78859-8D0E-0D2E-8660-93E98CA8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89AA5-68CF-2604-57C3-ED8CC59D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4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9226F-0DF1-D441-148D-295AEBC7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50E4A-7161-2998-D13E-F956E916E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008BD-DB6D-BB3E-1C80-37CBD029F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F3301-E6DF-5149-BF59-3D0719A4A133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05C04-BDEB-1670-8A88-4596DD129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EE2F5-3FF3-51DA-F494-ADF5B6E3C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07E58-301D-F641-96A5-98BF1EECD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8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64E7648-7210-BC6B-685E-CCE857DE1F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67543" y="2422826"/>
            <a:ext cx="2100943" cy="21009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5E5D13-A4B1-5BD2-45CB-E0AAB714BB2F}"/>
              </a:ext>
            </a:extLst>
          </p:cNvPr>
          <p:cNvSpPr txBox="1"/>
          <p:nvPr/>
        </p:nvSpPr>
        <p:spPr>
          <a:xfrm>
            <a:off x="3193142" y="3007478"/>
            <a:ext cx="6270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spc="-300" dirty="0">
                <a:solidFill>
                  <a:srgbClr val="124667"/>
                </a:solidFill>
                <a:latin typeface="Lora" pitchFamily="2" charset="77"/>
              </a:rPr>
              <a:t>Villa Palm</a:t>
            </a:r>
          </a:p>
        </p:txBody>
      </p:sp>
    </p:spTree>
    <p:extLst>
      <p:ext uri="{BB962C8B-B14F-4D97-AF65-F5344CB8AC3E}">
        <p14:creationId xmlns:p14="http://schemas.microsoft.com/office/powerpoint/2010/main" val="244527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56C7-E860-6F77-53B2-32C51407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5E296B4-52C8-C399-F499-FEFB1CA527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95057" y="1464884"/>
            <a:ext cx="2100943" cy="21009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1EA64E-E8FC-6A9A-34DF-0496F598D0BB}"/>
              </a:ext>
            </a:extLst>
          </p:cNvPr>
          <p:cNvSpPr txBox="1"/>
          <p:nvPr/>
        </p:nvSpPr>
        <p:spPr>
          <a:xfrm>
            <a:off x="1910442" y="3240314"/>
            <a:ext cx="6270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i="1" spc="-300" dirty="0">
                <a:solidFill>
                  <a:srgbClr val="124667"/>
                </a:solidFill>
                <a:latin typeface="Lora" pitchFamily="2" charset="77"/>
              </a:rPr>
              <a:t>Villa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320B0-2D69-326E-A0A9-350E044C04A6}"/>
              </a:ext>
            </a:extLst>
          </p:cNvPr>
          <p:cNvSpPr txBox="1"/>
          <p:nvPr/>
        </p:nvSpPr>
        <p:spPr>
          <a:xfrm>
            <a:off x="1910442" y="4307114"/>
            <a:ext cx="6270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i="1" spc="-300" dirty="0">
                <a:solidFill>
                  <a:srgbClr val="124667"/>
                </a:solidFill>
                <a:latin typeface="Lora" pitchFamily="2" charset="77"/>
              </a:rPr>
              <a:t>Palm</a:t>
            </a:r>
          </a:p>
        </p:txBody>
      </p:sp>
    </p:spTree>
    <p:extLst>
      <p:ext uri="{BB962C8B-B14F-4D97-AF65-F5344CB8AC3E}">
        <p14:creationId xmlns:p14="http://schemas.microsoft.com/office/powerpoint/2010/main" val="371285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428EE10-1BB6-9AA0-AF61-90C3DC63E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8515" y="2422826"/>
            <a:ext cx="2100943" cy="2100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5E17E8-BD84-FB2E-7183-79563E8D4BB3}"/>
              </a:ext>
            </a:extLst>
          </p:cNvPr>
          <p:cNvSpPr txBox="1"/>
          <p:nvPr/>
        </p:nvSpPr>
        <p:spPr>
          <a:xfrm>
            <a:off x="3251198" y="3007478"/>
            <a:ext cx="6270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spc="-300" dirty="0">
                <a:solidFill>
                  <a:schemeClr val="bg1"/>
                </a:solidFill>
                <a:latin typeface="Lora" pitchFamily="2" charset="77"/>
              </a:rPr>
              <a:t>Villa Palm</a:t>
            </a:r>
          </a:p>
        </p:txBody>
      </p:sp>
    </p:spTree>
    <p:extLst>
      <p:ext uri="{BB962C8B-B14F-4D97-AF65-F5344CB8AC3E}">
        <p14:creationId xmlns:p14="http://schemas.microsoft.com/office/powerpoint/2010/main" val="152380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6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Lora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Phoebe Jarvis</dc:creator>
  <cp:lastModifiedBy>Phoebe Jarvis</cp:lastModifiedBy>
  <cp:revision>2</cp:revision>
  <dcterms:created xsi:type="dcterms:W3CDTF">2026-06-06T12:00:16Z</dcterms:created>
  <dcterms:modified xsi:type="dcterms:W3CDTF">2026-06-07T13:50:11Z</dcterms:modified>
</cp:coreProperties>
</file>